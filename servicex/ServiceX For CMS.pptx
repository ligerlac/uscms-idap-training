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36" d="100"/>
          <a:sy n="136" d="100"/>
        </p:scale>
        <p:origin x="224" y="5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8a0f7118ef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38a0f7118ef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e7118ba604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e7118ba604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7118ba60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7118ba60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7118ba604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7118ba604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7118ba604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7118ba604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7118ba604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7118ba604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7118ba604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7118ba604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7118ba604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7118ba604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7118ba604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7118ba604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7118ba604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7118ba604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7118ba604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7118ba604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7118ba604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7118ba604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7118ba604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7118ba604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7118ba604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7118ba604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7118ba604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7118ba604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7118ba604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7118ba604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064850" y="4604950"/>
            <a:ext cx="881400" cy="5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E375F"/>
              </a:buClr>
              <a:buSzPts val="2800"/>
              <a:buFont typeface="Open Sans"/>
              <a:buNone/>
              <a:defRPr sz="2800">
                <a:solidFill>
                  <a:srgbClr val="0E375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E375F"/>
              </a:buClr>
              <a:buSzPts val="2800"/>
              <a:buNone/>
              <a:defRPr sz="2800">
                <a:solidFill>
                  <a:srgbClr val="0E375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E375F"/>
              </a:buClr>
              <a:buSzPts val="2800"/>
              <a:buNone/>
              <a:defRPr sz="2800">
                <a:solidFill>
                  <a:srgbClr val="0E375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E375F"/>
              </a:buClr>
              <a:buSzPts val="2800"/>
              <a:buNone/>
              <a:defRPr sz="2800">
                <a:solidFill>
                  <a:srgbClr val="0E375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E375F"/>
              </a:buClr>
              <a:buSzPts val="2800"/>
              <a:buNone/>
              <a:defRPr sz="2800">
                <a:solidFill>
                  <a:srgbClr val="0E375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E375F"/>
              </a:buClr>
              <a:buSzPts val="2800"/>
              <a:buNone/>
              <a:defRPr sz="2800">
                <a:solidFill>
                  <a:srgbClr val="0E375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E375F"/>
              </a:buClr>
              <a:buSzPts val="2800"/>
              <a:buNone/>
              <a:defRPr sz="2800">
                <a:solidFill>
                  <a:srgbClr val="0E375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E375F"/>
              </a:buClr>
              <a:buSzPts val="2800"/>
              <a:buNone/>
              <a:defRPr sz="2800">
                <a:solidFill>
                  <a:srgbClr val="0E375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E375F"/>
              </a:buClr>
              <a:buSzPts val="2800"/>
              <a:buNone/>
              <a:defRPr sz="2800">
                <a:solidFill>
                  <a:srgbClr val="0E375F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/>
          <p:nvPr/>
        </p:nvSpPr>
        <p:spPr>
          <a:xfrm>
            <a:off x="0" y="4609750"/>
            <a:ext cx="9144000" cy="541500"/>
          </a:xfrm>
          <a:prstGeom prst="rect">
            <a:avLst/>
          </a:prstGeom>
          <a:solidFill>
            <a:srgbClr val="0E375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" name="Google Shape;9;p1" title="logo_servicex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6799" y="4671943"/>
            <a:ext cx="428201" cy="4170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700">
                <a:solidFill>
                  <a:schemeClr val="lt1"/>
                </a:solidFill>
              </a:defRPr>
            </a:lvl1pPr>
            <a:lvl2pPr lvl="1" algn="r">
              <a:buNone/>
              <a:defRPr sz="1700">
                <a:solidFill>
                  <a:schemeClr val="lt1"/>
                </a:solidFill>
              </a:defRPr>
            </a:lvl2pPr>
            <a:lvl3pPr lvl="2" algn="r">
              <a:buNone/>
              <a:defRPr sz="1700">
                <a:solidFill>
                  <a:schemeClr val="lt1"/>
                </a:solidFill>
              </a:defRPr>
            </a:lvl3pPr>
            <a:lvl4pPr lvl="3" algn="r">
              <a:buNone/>
              <a:defRPr sz="1700">
                <a:solidFill>
                  <a:schemeClr val="lt1"/>
                </a:solidFill>
              </a:defRPr>
            </a:lvl4pPr>
            <a:lvl5pPr lvl="4" algn="r">
              <a:buNone/>
              <a:defRPr sz="1700">
                <a:solidFill>
                  <a:schemeClr val="lt1"/>
                </a:solidFill>
              </a:defRPr>
            </a:lvl5pPr>
            <a:lvl6pPr lvl="5" algn="r">
              <a:buNone/>
              <a:defRPr sz="1700">
                <a:solidFill>
                  <a:schemeClr val="lt1"/>
                </a:solidFill>
              </a:defRPr>
            </a:lvl6pPr>
            <a:lvl7pPr lvl="6" algn="r">
              <a:buNone/>
              <a:defRPr sz="1700">
                <a:solidFill>
                  <a:schemeClr val="lt1"/>
                </a:solidFill>
              </a:defRPr>
            </a:lvl7pPr>
            <a:lvl8pPr lvl="7" algn="r">
              <a:buNone/>
              <a:defRPr sz="1700">
                <a:solidFill>
                  <a:schemeClr val="lt1"/>
                </a:solidFill>
              </a:defRPr>
            </a:lvl8pPr>
            <a:lvl9pPr lvl="8" algn="r">
              <a:buNone/>
              <a:defRPr sz="1700"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ServiceX for CMS</a:t>
            </a:r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1"/>
          </p:nvPr>
        </p:nvSpPr>
        <p:spPr>
          <a:xfrm>
            <a:off x="1502700" y="2797175"/>
            <a:ext cx="6138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/>
              <a:t>Select and transform large datasets into analysis-ready data using Python.</a:t>
            </a:r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ldNum" idx="12"/>
          </p:nvPr>
        </p:nvSpPr>
        <p:spPr>
          <a:xfrm>
            <a:off x="8064850" y="4604950"/>
            <a:ext cx="881400" cy="5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 Newest Changes</a:t>
            </a:r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git stash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git pull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git stash pop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2465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ServiceX?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72" name="Google Shape;72;p15" title="servicex_overview_fixe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2238" y="819225"/>
            <a:ext cx="6379525" cy="3563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ServiceX?</a:t>
            </a:r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Simplifies and unifies data delivery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Reduces files size and branches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Quick and easy skimming and filtering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Run on many datasets and files without the grid</a:t>
            </a:r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 ServiceX Workflow</a:t>
            </a:r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6" name="Google Shape;86;p17" title="servicex_data_delivery_flow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00" y="1141225"/>
            <a:ext cx="8174802" cy="240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Authentication</a:t>
            </a:r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ServiceX for CMS is currently in testing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Does not have full user authentication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 ready for full analysis use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Looking for help testing it (Be on the cutting edge of HEP software!)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servicex.yaml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Used to authenticate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Located in ServiceX folder in repo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Will work after workshop, not forever</a:t>
            </a:r>
            <a:endParaRPr/>
          </a:p>
          <a:p>
            <a:pPr marL="137160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Please let use know if you want to keep using ServiceX</a:t>
            </a:r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 Histogram Challenge!</a:t>
            </a:r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ldNum" idx="12"/>
          </p:nvPr>
        </p:nvSpPr>
        <p:spPr>
          <a:xfrm>
            <a:off x="8064850" y="4604950"/>
            <a:ext cx="881400" cy="53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 how quick you can get results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 Imports</a:t>
            </a:r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07" name="Google Shape;107;p20" title="Screenshot 2026-06-01 at 3.38.5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4388" y="1228625"/>
            <a:ext cx="5235225" cy="249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 ServiceX Workflow</a:t>
            </a:r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14" name="Google Shape;114;p21" title="servicex_data_delivery_flow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00" y="1141225"/>
            <a:ext cx="8174802" cy="240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Specify dataset</a:t>
            </a:r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1" name="Google Shape;121;p22" title="Screenshot 2026-06-01 at 3.39.2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450" y="1437000"/>
            <a:ext cx="8297100" cy="113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 ServiceX Workflow</a:t>
            </a:r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128" name="Google Shape;128;p23" title="servicex_data_delivery_flow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00" y="1141225"/>
            <a:ext cx="8174802" cy="240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Query</a:t>
            </a:r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135" name="Google Shape;135;p24" title="Screenshot 2026-06-01 at 3.39.3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413" y="1386325"/>
            <a:ext cx="8123175" cy="15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 ServiceX Workflow</a:t>
            </a:r>
            <a:endParaRPr/>
          </a:p>
        </p:txBody>
      </p:sp>
      <p:sp>
        <p:nvSpPr>
          <p:cNvPr id="141" name="Google Shape;141;p25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142" name="Google Shape;142;p25" title="servicex_data_delivery_flow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00" y="1141225"/>
            <a:ext cx="8174802" cy="240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 and Deliver Spec</a:t>
            </a:r>
            <a:endParaRPr/>
          </a:p>
        </p:txBody>
      </p:sp>
      <p:sp>
        <p:nvSpPr>
          <p:cNvPr id="148" name="Google Shape;148;p26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149" name="Google Shape;149;p26" title="Screenshot 2026-06-01 at 3.39.53 PM.png"/>
          <p:cNvPicPr preferRelativeResize="0"/>
          <p:nvPr/>
        </p:nvPicPr>
        <p:blipFill rotWithShape="1">
          <a:blip r:embed="rId3">
            <a:alphaModFix/>
          </a:blip>
          <a:srcRect l="1633"/>
          <a:stretch/>
        </p:blipFill>
        <p:spPr>
          <a:xfrm>
            <a:off x="1702650" y="1164900"/>
            <a:ext cx="5738699" cy="33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Generic ServiceX Workflow</a:t>
            </a:r>
            <a:endParaRPr/>
          </a:p>
        </p:txBody>
      </p:sp>
      <p:sp>
        <p:nvSpPr>
          <p:cNvPr id="155" name="Google Shape;155;p27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156" name="Google Shape;156;p27" title="servicex_data_delivery_flow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600" y="1141225"/>
            <a:ext cx="8174802" cy="240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our Analysis!</a:t>
            </a:r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163" name="Google Shape;163;p28"/>
          <p:cNvSpPr txBox="1">
            <a:spLocks noGrp="1"/>
          </p:cNvSpPr>
          <p:nvPr>
            <p:ph type="sldNum" idx="12"/>
          </p:nvPr>
        </p:nvSpPr>
        <p:spPr>
          <a:xfrm>
            <a:off x="8287275" y="4609750"/>
            <a:ext cx="675600" cy="541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164" name="Google Shape;164;p28" title="Screenshot 2026-06-01 at 3.40.0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125" y="1017728"/>
            <a:ext cx="4390874" cy="33058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8" title="Screenshot 2026-06-01 at 3.41.48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42663"/>
            <a:ext cx="4390876" cy="305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Macintosh PowerPoint</Application>
  <PresentationFormat>On-screen Show (16:9)</PresentationFormat>
  <Paragraphs>50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Open Sans</vt:lpstr>
      <vt:lpstr>Simple Light</vt:lpstr>
      <vt:lpstr>ServiceX for CMS</vt:lpstr>
      <vt:lpstr>Git Newest Changes</vt:lpstr>
      <vt:lpstr>What is ServiceX? </vt:lpstr>
      <vt:lpstr>Why Use ServiceX?</vt:lpstr>
      <vt:lpstr>Generic ServiceX Workflow</vt:lpstr>
      <vt:lpstr>Backend Authentication</vt:lpstr>
      <vt:lpstr>15 Minute Histogram Challenge!</vt:lpstr>
      <vt:lpstr>Setup Imports</vt:lpstr>
      <vt:lpstr>Generic ServiceX Workflow</vt:lpstr>
      <vt:lpstr>Specify dataset</vt:lpstr>
      <vt:lpstr>Generic ServiceX Workflow</vt:lpstr>
      <vt:lpstr>Build Query</vt:lpstr>
      <vt:lpstr>Generic ServiceX Workflow</vt:lpstr>
      <vt:lpstr>Setup and Deliver Spec</vt:lpstr>
      <vt:lpstr>Generic ServiceX Workflow</vt:lpstr>
      <vt:lpstr>Run our Analysis!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Roger Janusiak</cp:lastModifiedBy>
  <cp:revision>1</cp:revision>
  <dcterms:modified xsi:type="dcterms:W3CDTF">2026-06-01T19:47:18Z</dcterms:modified>
</cp:coreProperties>
</file>